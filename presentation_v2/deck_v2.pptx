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6B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PixelForge Live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GAME UPSCALER · DESKTOP APP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4532D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PixelForge </a:t>
            </a:r>
            <a:pPr indent="0" marL="0">
              <a:buNone/>
            </a:pPr>
            <a:r>
              <a:rPr lang="en-US" sz="7600" b="1" dirty="0">
                <a:solidFill>
                  <a:srgbClr val="16A34A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Live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 your games in crisp HD — </a:t>
            </a:r>
            <a:pPr indent="0" marL="0">
              <a:buNone/>
            </a:pPr>
            <a:r>
              <a:rPr lang="en-US" sz="2500" b="1" dirty="0">
                <a:solidFill>
                  <a:srgbClr val="14532D"/>
                </a:solidFill>
                <a:highlight>
                  <a:srgbClr val="39FF14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even on an old GPU.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094415" cy="2788920"/>
          </a:xfrm>
          <a:prstGeom prst="roundRect">
            <a:avLst>
              <a:gd name="adj" fmla="val 7213"/>
            </a:avLst>
          </a:prstGeom>
          <a:solidFill>
            <a:srgbClr val="0B2E1A"/>
          </a:solidFill>
          <a:ln w="31750">
            <a:solidFill>
              <a:srgbClr val="39FF14"/>
            </a:solidFill>
            <a:prstDash val="solid"/>
          </a:ln>
        </p:spPr>
      </p:sp>
      <p:pic>
        <p:nvPicPr>
          <p:cNvPr id="7" name="Image 0" descr="F:\18_days_18_product\day02_pixelforge\assets\figures\live_app_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0008" y="3630168"/>
            <a:ext cx="4551680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200400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B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click. Any game. No settings to tweak.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6B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PixelForge Live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532D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Blurry games on </a:t>
            </a:r>
            <a:pPr indent="0" marL="0">
              <a:buNone/>
            </a:pPr>
            <a:r>
              <a:rPr lang="en-US" sz="4400" b="1" dirty="0">
                <a:solidFill>
                  <a:srgbClr val="16A34A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modest PCs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15258" cy="301752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5603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9FF1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Old or budget GPUs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Millions of gamers run laptops and entry cards that can't drive sharp, high-res visuals.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38218" y="2286000"/>
            <a:ext cx="3515258" cy="301752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/>
        </p:spPr>
      </p:sp>
      <p:sp>
        <p:nvSpPr>
          <p:cNvPr id="10" name="Shape 8"/>
          <p:cNvSpPr/>
          <p:nvPr/>
        </p:nvSpPr>
        <p:spPr>
          <a:xfrm>
            <a:off x="4612538" y="25603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9FF14"/>
          </a:solidFill>
          <a:ln/>
        </p:spPr>
      </p:sp>
      <p:sp>
        <p:nvSpPr>
          <p:cNvPr id="11" name="Text 9"/>
          <p:cNvSpPr/>
          <p:nvPr/>
        </p:nvSpPr>
        <p:spPr>
          <a:xfrm>
            <a:off x="4612538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2538" y="333756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Upscaling is clunky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options are per-game, hard to find, or simply absent in older titles.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7797" y="2286000"/>
            <a:ext cx="3515258" cy="301752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/>
        </p:spPr>
      </p:sp>
      <p:sp>
        <p:nvSpPr>
          <p:cNvPr id="14" name="Shape 12"/>
          <p:cNvSpPr/>
          <p:nvPr/>
        </p:nvSpPr>
        <p:spPr>
          <a:xfrm>
            <a:off x="8402117" y="25603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9FF14"/>
          </a:solidFill>
          <a:ln/>
        </p:spPr>
      </p:sp>
      <p:sp>
        <p:nvSpPr>
          <p:cNvPr id="15" name="Text 13"/>
          <p:cNvSpPr/>
          <p:nvPr/>
        </p:nvSpPr>
        <p:spPr>
          <a:xfrm>
            <a:off x="8402117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02117" y="333756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best tool costs money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popular desktop upscaler is paid and uses simple filters, not a trained AI model.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PixelForge Live fixes all three: </a:t>
            </a:r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free, one-click, and AI-powered.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6B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PixelForge Live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532D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Sharper games, </a:t>
            </a:r>
            <a:pPr indent="0" marL="0">
              <a:buNone/>
            </a:pPr>
            <a:r>
              <a:rPr lang="en-US" sz="4600" b="1" dirty="0">
                <a:solidFill>
                  <a:srgbClr val="16A34A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instantly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309360" cy="4114800"/>
          </a:xfrm>
          <a:prstGeom prst="roundRect">
            <a:avLst>
              <a:gd name="adj" fmla="val 4889"/>
            </a:avLst>
          </a:prstGeom>
          <a:solidFill>
            <a:srgbClr val="0B2E1A"/>
          </a:solidFill>
          <a:ln w="31750">
            <a:solidFill>
              <a:srgbClr val="39FF14"/>
            </a:solidFill>
            <a:prstDash val="solid"/>
          </a:ln>
        </p:spPr>
      </p:sp>
      <p:pic>
        <p:nvPicPr>
          <p:cNvPr id="6" name="Image 0" descr="F:\18_days_18_product\day02_pixelforge\assets\figures\live_app_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63165"/>
            <a:ext cx="6035040" cy="33947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2194560"/>
            <a:ext cx="4419295" cy="1188720"/>
          </a:xfrm>
          <a:prstGeom prst="roundRect">
            <a:avLst>
              <a:gd name="adj" fmla="val 16923"/>
            </a:avLst>
          </a:prstGeom>
          <a:solidFill>
            <a:srgbClr val="F0FDF4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0" y="2350008"/>
            <a:ext cx="3870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with any game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 your game, launch PixelForge Live, play. No per-game configuration.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223760" y="3566160"/>
            <a:ext cx="4419295" cy="1188720"/>
          </a:xfrm>
          <a:prstGeom prst="roundRect">
            <a:avLst>
              <a:gd name="adj" fmla="val 16923"/>
            </a:avLst>
          </a:prstGeom>
          <a:solidFill>
            <a:srgbClr val="F0FDF4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0" y="3721608"/>
            <a:ext cx="3870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Trained on game art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 model that understands textures and edges — not just a blur-and-stretch filter.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223760" y="4937760"/>
            <a:ext cx="4419295" cy="1188720"/>
          </a:xfrm>
          <a:prstGeom prst="roundRect">
            <a:avLst>
              <a:gd name="adj" fmla="val 16923"/>
            </a:avLst>
          </a:prstGeom>
          <a:solidFill>
            <a:srgbClr val="F0FDF4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0" y="5093208"/>
            <a:ext cx="3870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on your GPU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Smooth, real-time upscaling. Your game and your data stay on your machine.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6B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PixelForge Live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STANDS OUT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532D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Smoother AND </a:t>
            </a:r>
            <a:pPr indent="0" marL="0">
              <a:buNone/>
            </a:pPr>
            <a:r>
              <a:rPr lang="en-US" sz="4600" b="1" dirty="0">
                <a:solidFill>
                  <a:srgbClr val="16A34A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smarter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15258" cy="1920240"/>
          </a:xfrm>
          <a:prstGeom prst="roundRect">
            <a:avLst>
              <a:gd name="adj" fmla="val 10476"/>
            </a:avLst>
          </a:prstGeom>
          <a:solidFill>
            <a:srgbClr val="F0FDF4"/>
          </a:solidFill>
          <a:ln w="31750">
            <a:solidFill>
              <a:srgbClr val="39FF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2316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HD, 60+ FPS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 FPS at 1080p on a laptop RTX 3050 — fluid, not a slideshow.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38218" y="2194560"/>
            <a:ext cx="3515258" cy="1920240"/>
          </a:xfrm>
          <a:prstGeom prst="roundRect">
            <a:avLst>
              <a:gd name="adj" fmla="val 10476"/>
            </a:avLst>
          </a:prstGeom>
          <a:solidFill>
            <a:srgbClr val="F0FDF4"/>
          </a:solidFill>
          <a:ln/>
        </p:spPr>
      </p:sp>
      <p:sp>
        <p:nvSpPr>
          <p:cNvPr id="9" name="Text 7"/>
          <p:cNvSpPr/>
          <p:nvPr/>
        </p:nvSpPr>
        <p:spPr>
          <a:xfrm>
            <a:off x="4612538" y="242316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AI model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12538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Trained on game textures; keeps text and edges clean where simple filters smear.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27797" y="2194560"/>
            <a:ext cx="3515258" cy="1920240"/>
          </a:xfrm>
          <a:prstGeom prst="roundRect">
            <a:avLst>
              <a:gd name="adj" fmla="val 10476"/>
            </a:avLst>
          </a:prstGeom>
          <a:solidFill>
            <a:srgbClr val="F0FDF4"/>
          </a:solidFill>
          <a:ln/>
        </p:spPr>
      </p:sp>
      <p:sp>
        <p:nvSpPr>
          <p:cNvPr id="12" name="Text 10"/>
          <p:cNvSpPr/>
          <p:nvPr/>
        </p:nvSpPr>
        <p:spPr>
          <a:xfrm>
            <a:off x="8402117" y="242316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&amp; open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02117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leading alternative is paid. PixelForge Live is free and the code is open.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094415" cy="1828800"/>
          </a:xfrm>
          <a:prstGeom prst="roundRect">
            <a:avLst>
              <a:gd name="adj" fmla="val 11000"/>
            </a:avLst>
          </a:prstGeom>
          <a:solidFill>
            <a:srgbClr val="F0FDF4"/>
          </a:solidFill>
          <a:ln/>
        </p:spPr>
      </p:sp>
      <p:pic>
        <p:nvPicPr>
          <p:cNvPr id="15" name="Image 0" descr="F:\18_days_18_product\day02_pixelforge\assets\figures\live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595882"/>
            <a:ext cx="10637215" cy="114095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48640" y="5897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6B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frame, same moment — PixelForge (right) keeps the HUD text and detail crisper than a plain filter (middle).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6B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PixelForge Live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IT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532D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Try it, or let's </a:t>
            </a:r>
            <a:pPr indent="0" marL="0">
              <a:buNone/>
            </a:pPr>
            <a:r>
              <a:rPr lang="en-US" sz="5200" b="1" dirty="0">
                <a:solidFill>
                  <a:srgbClr val="16A34A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build your version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515258" cy="2377440"/>
          </a:xfrm>
          <a:prstGeom prst="roundRect">
            <a:avLst>
              <a:gd name="adj" fmla="val 8462"/>
            </a:avLst>
          </a:prstGeom>
          <a:solidFill>
            <a:srgbClr val="F0FDF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9260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gamers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download, run it on any offline game. One click to sharper visuals.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38218" y="2651760"/>
            <a:ext cx="3515258" cy="2377440"/>
          </a:xfrm>
          <a:prstGeom prst="roundRect">
            <a:avLst>
              <a:gd name="adj" fmla="val 8462"/>
            </a:avLst>
          </a:prstGeom>
          <a:solidFill>
            <a:srgbClr val="0B2E1A"/>
          </a:solidFill>
          <a:ln w="3175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studios &amp; devs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12538" y="356616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A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Want AI upscaling tuned to your game's art, or built into your engine? I take that 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7797" y="2651760"/>
            <a:ext cx="3515258" cy="2377440"/>
          </a:xfrm>
          <a:prstGeom prst="roundRect">
            <a:avLst>
              <a:gd name="adj" fmla="val 8462"/>
            </a:avLst>
          </a:prstGeom>
          <a:solidFill>
            <a:srgbClr val="F0FDF4"/>
          </a:solidFill>
          <a:ln/>
        </p:spPr>
      </p:sp>
      <p:sp>
        <p:nvSpPr>
          <p:cNvPr id="12" name="Text 10"/>
          <p:cNvSpPr/>
          <p:nvPr/>
        </p:nvSpPr>
        <p:spPr>
          <a:xfrm>
            <a:off x="8402117" y="29260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me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02117" y="356616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Freelance AI / ML engineer — real-time model deployment, from research to shipped app.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github.com/Priyanshu-Singh-git/pixelforge</a:t>
            </a:r>
            <a:pPr indent="0" marL="0">
              <a:buNone/>
            </a:pPr>
            <a:r>
              <a:rPr lang="en-US" sz="1500" dirty="0">
                <a:solidFill>
                  <a:srgbClr val="4B6B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Priyanshu Singh, Freelance AI / ML Engineer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ixelForge Neon">
      <a:dk1>
        <a:srgbClr val="14532D"/>
      </a:dk1>
      <a:lt1>
        <a:srgbClr val="FFFFFF"/>
      </a:lt1>
      <a:dk2>
        <a:srgbClr val="166534"/>
      </a:dk2>
      <a:lt2>
        <a:srgbClr val="F0FDF4"/>
      </a:lt2>
      <a:accent1>
        <a:srgbClr val="16A34A"/>
      </a:accent1>
      <a:accent2>
        <a:srgbClr val="39FF14"/>
      </a:accent2>
      <a:accent3>
        <a:srgbClr val="4ADE80"/>
      </a:accent3>
      <a:accent4>
        <a:srgbClr val="15803D"/>
      </a:accent4>
      <a:accent5>
        <a:srgbClr val="4B6B58"/>
      </a:accent5>
      <a:accent6>
        <a:srgbClr val="86EFAC"/>
      </a:accent6>
      <a:hlink>
        <a:srgbClr val="15803D"/>
      </a:hlink>
      <a:folHlink>
        <a:srgbClr val="16653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PixelForge Live (v2)</dc:title>
  <dc:subject>PptxGenJS Presentation</dc:subject>
  <dc:creator>PptxGenJS</dc:creator>
  <cp:lastModifiedBy>PptxGenJS</cp:lastModifiedBy>
  <cp:revision>1</cp:revision>
  <dcterms:created xsi:type="dcterms:W3CDTF">2026-10-03T14:12:25Z</dcterms:created>
  <dcterms:modified xsi:type="dcterms:W3CDTF">2026-10-03T14:12:25Z</dcterms:modified>
</cp:coreProperties>
</file>