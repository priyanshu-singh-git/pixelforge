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ok" id="{aed7fdb2-0f34-4d54-fbed-72bbb61f2287}">
          <p14:sldIdLst>
            <p14:sldId id="256"/>
          </p14:sldIdLst>
        </p14:section>
        <p14:section name="Problem" id="{0566c98d-4d41-b794-2185-6e71695acce4}">
          <p14:sldIdLst>
            <p14:sldId id="257"/>
          </p14:sldIdLst>
        </p14:section>
        <p14:section name="Solution" id="{a8549771-bde3-3395-0476-8cd665e9c30b}">
          <p14:sldIdLst>
            <p14:sldId id="258"/>
            <p14:sldId id="259"/>
          </p14:sldIdLst>
        </p14:section>
        <p14:section name="Results" id="{312fda28-9864-9f46-8e9f-ae4ca6fb445d}">
          <p14:sldIdLst>
            <p14:sldId id="260"/>
            <p14:sldId id="261"/>
            <p14:sldId id="262"/>
          </p14:sldIdLst>
        </p14:section>
        <p14:section name="Working together" id="{08e61b48-aefa-6e67-d8f1-f6653778e14b}">
          <p14:sldIdLst>
            <p14:sldId id="263"/>
          </p14:sldIdLst>
        </p14:section>
        <p14:section name="Call to action" id="{153e7b64-8894-7ff6-313c-a1759c006c5c}">
          <p14:sldIdLst>
            <p14:sldId id="264"/>
          </p14:sldIdLst>
        </p14:section>
        <p14:section name="Appendix" id="{b1fd93c5-944e-f918-b926-14bac2ba7fd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0-8s: drag the before/after slider on an old texture. 'Same texture, 4x the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Remastering means redrawing thousands of textures; resizing blurs; generic AI isn't tuned for game 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pick a texture, drag the slider, toggle 'vs True HD', download the 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modders: batch whole packs, tiling textures stay seamless, transparent edges stay clean. All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that proves it works: closer to the real HD texture than bicubic, at a fraction of the big model's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peek: the training trick is damaging clean textures on purpose so the model learns to undo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three textures live; toggle 'vs True HD' to show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risk: a small test pack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is linked. Send me ten textures and I'll send them back in HD.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technical buyers: architectures compared, L1 vs GAN, and the official Real-ESRGAN models as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PixelForge Engine · texture upscaling for modders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riyanshu-singh-git.github.io/pixelforge/" TargetMode="External"/><Relationship Id="rId3" Type="http://schemas.openxmlformats.org/officeDocument/2006/relationships/hyperlink" Target="https://github.com/Priyanshu-Singh-git/pixelforge" TargetMode="External"/><Relationship Id="rId1" Type="http://schemas.openxmlformats.org/officeDocument/2006/relationships/image" Target="../media/image-9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mparison grid" descr="Three game textures, before (bicubic) and after PixelForge 4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5255" y="1640453"/>
            <a:ext cx="5394960" cy="357709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868680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UPSCALING ENGINE FOR MODDERS</a:t>
            </a:r>
            <a:endParaRPr lang="en-US" sz="1600" dirty="0"/>
          </a:p>
        </p:txBody>
      </p:sp>
      <p:sp>
        <p:nvSpPr>
          <p:cNvPr id="4" name="Product name"/>
          <p:cNvSpPr txBox="1"/>
          <p:nvPr/>
        </p:nvSpPr>
        <p:spPr>
          <a:xfrm>
            <a:off x="548640" y="1280160"/>
            <a:ext cx="556229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56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PixelForge</a:t>
            </a:r>
            <a:endParaRPr lang="en-US" sz="5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Engine</a:t>
            </a:r>
            <a:endParaRPr lang="en-US" sz="5600" dirty="0"/>
          </a:p>
        </p:txBody>
      </p:sp>
      <p:sp>
        <p:nvSpPr>
          <p:cNvPr id="5" name="USP"/>
          <p:cNvSpPr txBox="1"/>
          <p:nvPr/>
        </p:nvSpPr>
        <p:spPr>
          <a:xfrm>
            <a:off x="548640" y="3474720"/>
            <a:ext cx="55622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Old game textures in.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4× HD out.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4892040"/>
            <a:ext cx="1627632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92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Seamless tiles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286000" y="4892040"/>
            <a:ext cx="1367028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4892040"/>
            <a:ext cx="13670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Keeps alpha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762756" y="4892040"/>
            <a:ext cx="1888236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62756" y="4892040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Batch whole packs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HD screens expose every old texture.</a:t>
            </a:r>
            <a:endParaRPr lang="en-US" sz="3000" dirty="0"/>
          </a:p>
        </p:txBody>
      </p:sp>
      <p:sp>
        <p:nvSpPr>
          <p:cNvPr id="4" name="Problem 1"/>
          <p:cNvSpPr/>
          <p:nvPr/>
        </p:nvSpPr>
        <p:spPr>
          <a:xfrm>
            <a:off x="548640" y="2011680"/>
            <a:ext cx="3483864" cy="2880360"/>
          </a:xfrm>
          <a:prstGeom prst="roundRect">
            <a:avLst>
              <a:gd name="adj" fmla="val 1015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Remasters need thousands of textures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Redrawing every wall, floor and prop by hand is the slowest, most expensive part of a remaster or HD mod.</a:t>
            </a:r>
            <a:endParaRPr lang="en-US" sz="1500" dirty="0"/>
          </a:p>
        </p:txBody>
      </p:sp>
      <p:sp>
        <p:nvSpPr>
          <p:cNvPr id="9" name="Problem 2"/>
          <p:cNvSpPr/>
          <p:nvPr/>
        </p:nvSpPr>
        <p:spPr>
          <a:xfrm>
            <a:off x="4352544" y="2011680"/>
            <a:ext cx="3483864" cy="2880360"/>
          </a:xfrm>
          <a:prstGeom prst="roundRect">
            <a:avLst>
              <a:gd name="adj" fmla="val 1015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Simple resizing just blurs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Stretching a texture 4× with bicubic gives soft, muddy surfaces that look worse on a modern monitor.</a:t>
            </a:r>
            <a:endParaRPr lang="en-US" sz="1500" dirty="0"/>
          </a:p>
        </p:txBody>
      </p:sp>
      <p:sp>
        <p:nvSpPr>
          <p:cNvPr id="14" name="Problem 3"/>
          <p:cNvSpPr/>
          <p:nvPr/>
        </p:nvSpPr>
        <p:spPr>
          <a:xfrm>
            <a:off x="8156448" y="2011680"/>
            <a:ext cx="3483864" cy="2880360"/>
          </a:xfrm>
          <a:prstGeom prst="roundRect">
            <a:avLst>
              <a:gd name="adj" fmla="val 1015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6488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764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76488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Generic AI upscalers aren't tuned for games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76488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Tools trained on photos can smear tiling patterns or invent the wrong kind of detail.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PixelForge does the first pass for you: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seconds per texture, in your browser.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YOURSELF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Drop in a texture. Drag the slider.</a:t>
            </a:r>
            <a:endParaRPr lang="en-US" sz="30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783080"/>
            <a:ext cx="6949440" cy="4434840"/>
          </a:xfrm>
          <a:prstGeom prst="roundRect">
            <a:avLst>
              <a:gd name="adj" fmla="val 6598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pic>
        <p:nvPicPr>
          <p:cNvPr id="5" name="Demo screenshot" descr="PixelForge web app with a before/after sli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64" y="1920240"/>
            <a:ext cx="5087791" cy="4160520"/>
          </a:xfrm>
          <a:prstGeom prst="rect">
            <a:avLst/>
          </a:prstGeom>
        </p:spPr>
      </p:pic>
      <p:sp>
        <p:nvSpPr>
          <p:cNvPr id="6" name="Point 1"/>
          <p:cNvSpPr/>
          <p:nvPr/>
        </p:nvSpPr>
        <p:spPr>
          <a:xfrm>
            <a:off x="7818120" y="1783080"/>
            <a:ext cx="3824935" cy="1325880"/>
          </a:xfrm>
          <a:prstGeom prst="roundRect">
            <a:avLst>
              <a:gd name="adj" fmla="val 2206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201168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96596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Before/after slider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37744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Compare against bicubic, the original pixels, or the true HD texture.</a:t>
            </a:r>
            <a:endParaRPr lang="en-US" sz="1300" dirty="0"/>
          </a:p>
        </p:txBody>
      </p:sp>
      <p:sp>
        <p:nvSpPr>
          <p:cNvPr id="11" name="Point 2"/>
          <p:cNvSpPr/>
          <p:nvPr/>
        </p:nvSpPr>
        <p:spPr>
          <a:xfrm>
            <a:off x="7818120" y="3337560"/>
            <a:ext cx="3824935" cy="1325880"/>
          </a:xfrm>
          <a:prstGeom prst="roundRect">
            <a:avLst>
              <a:gd name="adj" fmla="val 2206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56616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52044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Runs in your browser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393192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upload, no server, no install. Your art never leaves your machine.</a:t>
            </a:r>
            <a:endParaRPr lang="en-US" sz="1300" dirty="0"/>
          </a:p>
        </p:txBody>
      </p:sp>
      <p:sp>
        <p:nvSpPr>
          <p:cNvPr id="16" name="Point 3"/>
          <p:cNvSpPr/>
          <p:nvPr/>
        </p:nvSpPr>
        <p:spPr>
          <a:xfrm>
            <a:off x="7818120" y="4892040"/>
            <a:ext cx="3824935" cy="1325880"/>
          </a:xfrm>
          <a:prstGeom prst="roundRect">
            <a:avLst>
              <a:gd name="adj" fmla="val 2206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512064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467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0" y="507492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Batch + ZIP download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48640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Drop in many textures at once and get one ZIP back (2.3 s per 512×512 result in a laptop browser).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MODDERS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An engine you can drop into your mod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720840" cy="182880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graphicFrame>
        <p:nvGraphicFramePr>
          <p:cNvPr id="5" name="Engine featu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6355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3172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Plain upscaling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PixelForge Engine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Seamless tiles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 of 30 textures show a seam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of 30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Transparent edges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colour halo (edge error 16.1)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1.6  (−90%)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Whole texture packs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file at a time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0.20 s / texture GPU · 0.55 s CPU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CLI card"/>
          <p:cNvSpPr/>
          <p:nvPr/>
        </p:nvSpPr>
        <p:spPr>
          <a:xfrm>
            <a:off x="548640" y="3749040"/>
            <a:ext cx="6629400" cy="2514600"/>
          </a:xfrm>
          <a:prstGeom prst="roundRect">
            <a:avLst>
              <a:gd name="adj" fmla="val 11636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Command line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8912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git+https://github.com/Priyanshu-Singh-git/pixelforge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pixelforge upscale ./textures ./textures_hd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pixelforge upscale ./tiles ./tiles_hd --tileable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pixelforge export PixelForge_4x.pth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7150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Folder in, folder out · names and sub-folders kept · GPU or CPU · ONNX + ESRGAN-format weights</a:t>
            </a:r>
            <a:endParaRPr lang="en-US" sz="1200" dirty="0"/>
          </a:p>
        </p:txBody>
      </p:sp>
      <p:pic>
        <p:nvPicPr>
          <p:cNvPr id="10" name="Seam comparison" descr="Normal upscale shows a seam cross; tileable mode does n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46804"/>
            <a:ext cx="4144975" cy="20385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385876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Tiling seam: normal (left) vs --tileable (right)</a:t>
            </a:r>
            <a:endParaRPr lang="en-US" sz="1100" dirty="0"/>
          </a:p>
        </p:txBody>
      </p:sp>
      <p:pic>
        <p:nvPicPr>
          <p:cNvPr id="12" name="Alpha comparison" descr="Naive upscale shows a magenta halo; PixelForge stays cle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3193" y="4206240"/>
            <a:ext cx="3714750" cy="1828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98080" y="605332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Transparent decal: halo (left) vs clean edge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Looks like real HD. Small enough for a browser.</a:t>
            </a:r>
            <a:endParaRPr lang="en-US" sz="3000" dirty="0"/>
          </a:p>
        </p:txBody>
      </p:sp>
      <p:sp>
        <p:nvSpPr>
          <p:cNvPr id="4" name="Stat 1"/>
          <p:cNvSpPr/>
          <p:nvPr/>
        </p:nvSpPr>
        <p:spPr>
          <a:xfrm>
            <a:off x="548640" y="1691640"/>
            <a:ext cx="3483864" cy="2103120"/>
          </a:xfrm>
          <a:prstGeom prst="roundRect">
            <a:avLst>
              <a:gd name="adj" fmla="val 13913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closer to the real HD look than bicubic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LPIPS perceptual distance, 60 unseen game textures</a:t>
            </a:r>
            <a:endParaRPr lang="en-US" sz="1300" dirty="0"/>
          </a:p>
        </p:txBody>
      </p:sp>
      <p:sp>
        <p:nvSpPr>
          <p:cNvPr id="7" name="Stat 2"/>
          <p:cNvSpPr/>
          <p:nvPr/>
        </p:nvSpPr>
        <p:spPr>
          <a:xfrm>
            <a:off x="4352544" y="1691640"/>
            <a:ext cx="3483864" cy="2103120"/>
          </a:xfrm>
          <a:prstGeom prst="roundRect">
            <a:avLst>
              <a:gd name="adj" fmla="val 13913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6864" y="182880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15×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26864" y="265176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smaller than Real-ESRGAN (1.1M vs 16.7M parameters)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LPIPS 0.414 vs 0.454 (lower is better)</a:t>
            </a:r>
            <a:endParaRPr lang="en-US" sz="1300" dirty="0"/>
          </a:p>
        </p:txBody>
      </p:sp>
      <p:sp>
        <p:nvSpPr>
          <p:cNvPr id="10" name="Stat 3"/>
          <p:cNvSpPr/>
          <p:nvPr/>
        </p:nvSpPr>
        <p:spPr>
          <a:xfrm>
            <a:off x="8156448" y="1691640"/>
            <a:ext cx="3483864" cy="2103120"/>
          </a:xfrm>
          <a:prstGeom prst="roundRect">
            <a:avLst>
              <a:gd name="adj" fmla="val 13913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182880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2.3 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265176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 upscale a texture 4× in a laptop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128×128 → 512×512, no GPU, no upload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91672" cy="2286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22225">
            <a:solidFill>
              <a:schemeClr val="accent2"/>
            </a:solidFill>
            <a:prstDash val="solid"/>
          </a:ln>
        </p:spPr>
      </p:sp>
      <p:pic>
        <p:nvPicPr>
          <p:cNvPr id="14" name="Zoom comparison" descr="Zoomed crops: input, bicubic, Real-ESRGAN, PixelForge, true H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041648"/>
            <a:ext cx="10789920" cy="21579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Trained to undo old-texture damage.</a:t>
            </a:r>
            <a:endParaRPr lang="en-US" sz="3000" dirty="0"/>
          </a:p>
        </p:txBody>
      </p:sp>
      <p:sp>
        <p:nvSpPr>
          <p:cNvPr id="4" name="Step 1"/>
          <p:cNvSpPr/>
          <p:nvPr/>
        </p:nvSpPr>
        <p:spPr>
          <a:xfrm>
            <a:off x="548640" y="2057400"/>
            <a:ext cx="3361944" cy="2651760"/>
          </a:xfrm>
          <a:prstGeom prst="roundRect">
            <a:avLst>
              <a:gd name="adj" fmla="val 11034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813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Collect game textures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738 free (CC0) textures: bricks, wood, metal, ground, fabric, stone.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20312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Step 2"/>
          <p:cNvSpPr/>
          <p:nvPr/>
        </p:nvSpPr>
        <p:spPr>
          <a:xfrm>
            <a:off x="4413504" y="2057400"/>
            <a:ext cx="3361944" cy="2651760"/>
          </a:xfrm>
          <a:prstGeom prst="roundRect">
            <a:avLst>
              <a:gd name="adj" fmla="val 11034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7824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782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7824" y="2926080"/>
            <a:ext cx="2813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Damage them on purpose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374904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Blur, downscale, noise and JPEG compression, applied at random, the way old assets get degraded.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85176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Step 3"/>
          <p:cNvSpPr/>
          <p:nvPr/>
        </p:nvSpPr>
        <p:spPr>
          <a:xfrm>
            <a:off x="8278368" y="2057400"/>
            <a:ext cx="3361944" cy="2651760"/>
          </a:xfrm>
          <a:prstGeom prst="roundRect">
            <a:avLst>
              <a:gd name="adj" fmla="val 11034"/>
            </a:avLst>
          </a:prstGeom>
          <a:solidFill>
            <a:schemeClr val="bg2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52688" y="2331720"/>
            <a:ext cx="457200" cy="45720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526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52688" y="2926080"/>
            <a:ext cx="2813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Learn to undo it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52688" y="374904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compact generator learns to rebuild the missing detail at 4×, sharpened with a GAN stage.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 engineers: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compact ESRGAN-style RRDB generator (1.1M params) trained from scratch in PyTorch: L1 stage, then VGG-perceptual + U-Net-discriminator GAN stage with EMA (Real-ESRGAN recipe), exported to ONNX. Benchmarks are in the appendix.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Real results on textures it never saw.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Median-improvement textures, different materials, zoomed. PixelForge clears noise and JPEG blocks; detail the tiny input no longer has can't be fully recovered.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22225">
            <a:solidFill>
              <a:schemeClr val="accent2"/>
            </a:solidFill>
            <a:prstDash val="solid"/>
          </a:ln>
        </p:spPr>
      </p:sp>
      <p:pic>
        <p:nvPicPr>
          <p:cNvPr id="6" name="Gallery" descr="Zoomed comparisons for three tex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1676" y="2103120"/>
            <a:ext cx="670560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WE'D WORK TOGETHER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Start with a test pack. Scale to the whole library.</a:t>
            </a:r>
            <a:endParaRPr lang="en-US" sz="3000" dirty="0"/>
          </a:p>
        </p:txBody>
      </p:sp>
      <p:sp>
        <p:nvSpPr>
          <p:cNvPr id="4" name="Work step 1"/>
          <p:cNvSpPr/>
          <p:nvPr/>
        </p:nvSpPr>
        <p:spPr>
          <a:xfrm>
            <a:off x="548640" y="2011680"/>
            <a:ext cx="3483864" cy="2514600"/>
          </a:xfrm>
          <a:prstGeom prst="roundRect">
            <a:avLst>
              <a:gd name="adj" fmla="val 11636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Send 10–20 textures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representative sample of your game's textures or asset pack.</a:t>
            </a:r>
            <a:endParaRPr lang="en-US" sz="1400" dirty="0"/>
          </a:p>
        </p:txBody>
      </p:sp>
      <p:sp>
        <p:nvSpPr>
          <p:cNvPr id="8" name="Work step 2"/>
          <p:cNvSpPr/>
          <p:nvPr/>
        </p:nvSpPr>
        <p:spPr>
          <a:xfrm>
            <a:off x="4352544" y="2011680"/>
            <a:ext cx="3483864" cy="2514600"/>
          </a:xfrm>
          <a:prstGeom prst="roundRect">
            <a:avLst>
              <a:gd name="adj" fmla="val 11636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65176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Test pack back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3474720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 upscale them, optionally fine-tune on your art style, and send before/after comparisons.</a:t>
            </a:r>
            <a:endParaRPr lang="en-US" sz="1400" dirty="0"/>
          </a:p>
        </p:txBody>
      </p:sp>
      <p:sp>
        <p:nvSpPr>
          <p:cNvPr id="12" name="Work step 3"/>
          <p:cNvSpPr/>
          <p:nvPr/>
        </p:nvSpPr>
        <p:spPr>
          <a:xfrm>
            <a:off x="8156448" y="2011680"/>
            <a:ext cx="3483864" cy="2514600"/>
          </a:xfrm>
          <a:prstGeom prst="roundRect">
            <a:avLst>
              <a:gd name="adj" fmla="val 11636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65176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Batch the library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474720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Folder in, folder out, file names kept, ready to drop into your mod or engine.</a:t>
            </a:r>
            <a:endParaRPr lang="en-US" sz="1400" dirty="0"/>
          </a:p>
        </p:txBody>
      </p:sp>
      <p:sp>
        <p:nvSpPr>
          <p:cNvPr id="16" name="What you get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22069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377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get: 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HD texture set · a batch tool you can rerun on new assets · optional model fine-tuned on your art style · before/after 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Use the engine on your mod today,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or send me 10 textures to try.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2651760" cy="265176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22225">
            <a:solidFill>
              <a:schemeClr val="accent2"/>
            </a:solidFill>
            <a:prstDash val="solid"/>
          </a:ln>
        </p:spPr>
      </p:sp>
      <p:pic>
        <p:nvPicPr>
          <p:cNvPr id="5" name="QR code" descr="QR code to the live 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3246120"/>
            <a:ext cx="7863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Try the live demo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priyanshu-singh-git.github.io/pixelforge/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Engine code, CLI and benchmark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github.com/Priyanshu-Singh-git/pixelforge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Priyanshu Singh · Freelance AI / ML Engineer · Trained on Poly Haven CC0 textures. Commercial use of the code needs a licence; see the repo.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· FOR ENGINEERS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The numbers behind it.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Held-out test set: 60 game textures, realistic degradation, ×4. PSNR/SSIM higher is better; LPIPS lower is better.</a:t>
            </a:r>
            <a:endParaRPr lang="en-US" sz="1300" dirty="0"/>
          </a:p>
        </p:txBody>
      </p:sp>
      <p:sp>
        <p:nvSpPr>
          <p:cNvPr id="5" name="Table frame"/>
          <p:cNvSpPr/>
          <p:nvPr/>
        </p:nvSpPr>
        <p:spPr>
          <a:xfrm>
            <a:off x="502920" y="1938528"/>
            <a:ext cx="11183112" cy="2761488"/>
          </a:xfrm>
          <a:prstGeom prst="roundRect">
            <a:avLst>
              <a:gd name="adj" fmla="val 9934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graphicFrame>
        <p:nvGraphicFramePr>
          <p:cNvPr id="11" name="Benchma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75688"/>
          <a:ext cx="1072591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188720"/>
                <a:gridCol w="1188720"/>
                <a:gridCol w="1188720"/>
                <a:gridCol w="146304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Params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PSNR ↑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SSIM ↑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LPIPS ↓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GPU 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Bicubic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–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29.31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0.612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0.707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–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Lanczos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–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29.24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0.608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0.711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–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Real-ESRGAN x4plus (pretrained)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16.70M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27.76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0.545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0.454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185.4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Real-ESRGAN general-v3 (pretrained)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1.21M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28.93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0.597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0.547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26.9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PixelForge SRVGG-S, L1 ★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0.16M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29.66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0.617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0.636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15.2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PixelForge RRDB-S, L1 ★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1.12M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29.73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0.620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0.659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39.0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PixelForge RRDB-S, GAN ★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1.12M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28.76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0.571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0.414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36.0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8463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Architecture: the 7× smaller SRVGG-S (0.16M) gets within 0.07 dB PSNR of RRDB-S (1.12M) and slightly better LPIPS (0.636 vs 0.659), at 15 vs 39 ms: a strong candidate for real-time use.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L1 vs GAN: the GAN stage cuts LPIPS from 0.659 to 0.414 (looks far more real) at a cost of 0.97 dB PSNR, the classic fidelity vs realism trade-off.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Versus Real-ESRGAN x4plus (trained on photos): LPIPS 0.414 vs 0.454, PSNR 28.76 vs 27.76 dB, with 15× fewer parameters.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Single training run per model; synthetic degradations; pixel-art sprites and normal maps not yet handled.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xelForge Neon">
      <a:dk1>
        <a:srgbClr val="14532D"/>
      </a:dk1>
      <a:lt1>
        <a:srgbClr val="FFFFFF"/>
      </a:lt1>
      <a:dk2>
        <a:srgbClr val="166534"/>
      </a:dk2>
      <a:lt2>
        <a:srgbClr val="F0FDF4"/>
      </a:lt2>
      <a:accent1>
        <a:srgbClr val="16A34A"/>
      </a:accent1>
      <a:accent2>
        <a:srgbClr val="39FF14"/>
      </a:accent2>
      <a:accent3>
        <a:srgbClr val="4ADE80"/>
      </a:accent3>
      <a:accent4>
        <a:srgbClr val="15803D"/>
      </a:accent4>
      <a:accent5>
        <a:srgbClr val="4B6B58"/>
      </a:accent5>
      <a:accent6>
        <a:srgbClr val="86EFAC"/>
      </a:accent6>
      <a:hlink>
        <a:srgbClr val="15803D"/>
      </a:hlink>
      <a:folHlink>
        <a:srgbClr val="166534"/>
      </a:folHlink>
    </a:clrScheme>
    <a:fontScheme name="Office">
      <a:majorFont>
        <a:latin typeface="Segoe Scri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PixelForge Engine: texture upscaling for modders</dc:title>
  <dc:subject>PptxGenJS Presentation</dc:subject>
  <dc:creator>Priyanshu Singh</dc:creator>
  <cp:lastModifiedBy>Priyanshu Singh</cp:lastModifiedBy>
  <cp:revision>1</cp:revision>
  <dcterms:created xsi:type="dcterms:W3CDTF">2026-10-02T17:13:32Z</dcterms:created>
  <dcterms:modified xsi:type="dcterms:W3CDTF">2026-10-02T17:13:32Z</dcterms:modified>
</cp:coreProperties>
</file>