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ok" id="{cf41dbd3-1f2a-ab8e-f5f4-87b4f5c8a151}">
          <p14:sldIdLst>
            <p14:sldId id="256"/>
          </p14:sldIdLst>
        </p14:section>
        <p14:section name="Problem" id="{fbed2f60-68c7-c95e-2d02-4bb92a2e71b5}">
          <p14:sldIdLst>
            <p14:sldId id="257"/>
          </p14:sldIdLst>
        </p14:section>
        <p14:section name="Solution" id="{329aa7a0-e0cd-a07e-b7ab-f2c1fea18c5a}">
          <p14:sldIdLst>
            <p14:sldId id="258"/>
          </p14:sldIdLst>
        </p14:section>
        <p14:section name="Results" id="{2b10504a-4311-ba15-ef13-93e8d9535971}">
          <p14:sldIdLst>
            <p14:sldId id="259"/>
            <p14:sldId id="260"/>
            <p14:sldId id="261"/>
          </p14:sldIdLst>
        </p14:section>
        <p14:section name="Working together" id="{1416be45-bc4c-08b6-b06c-68035b5fa0ac}">
          <p14:sldIdLst>
            <p14:sldId id="262"/>
          </p14:sldIdLst>
        </p14:section>
        <p14:section name="Call to action" id="{7dc12d96-1b22-23ad-73a4-eef88b70c086}">
          <p14:sldIdLst>
            <p14:sldId id="263"/>
          </p14:sldIdLst>
        </p14:section>
        <p14:section name="Appendix" id="{c6a91da5-5f65-3a64-6d40-1c9be3ea68b5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0-8s: drag the before/after slider on an old texture. 'Same texture, 4x the detail.'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Remastering means redrawing thousands of textures; resizing blurs; generic AI isn't tuned for game 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pick a texture, drag the slider, toggle 'vs True HD', download the 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number that proves it works: closer to the real HD texture than bicubic, at a fraction of the big model's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peek: the training trick is damaging clean textures on purpose so the model learns to undo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three textures live; toggle 'vs True HD' to show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the risk: a small test pack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 is linked. Send me ten textures and I'll send them back in HD.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technical buyers: architectures compared, L1 vs GAN, and the official Real-ESRGAN models as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PixelForge · 4× game texture upscaler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iyanshu-singh-git.github.io/pixelforge/" TargetMode="External"/><Relationship Id="rId3" Type="http://schemas.openxmlformats.org/officeDocument/2006/relationships/hyperlink" Target="https://github.com/Priyanshu-Singh-git/pixelforge" TargetMode="Externa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efore/after hero" descr="A game texture: left half bicubic upscale, right half PixelForge 4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86868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097280"/>
            <a:ext cx="5745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GAME ARTISTS &amp; MODDERS</a:t>
            </a:r>
            <a:endParaRPr lang="en-US" sz="1800" dirty="0"/>
          </a:p>
        </p:txBody>
      </p:sp>
      <p:sp>
        <p:nvSpPr>
          <p:cNvPr id="4" name="Product name"/>
          <p:cNvSpPr txBox="1"/>
          <p:nvPr/>
        </p:nvSpPr>
        <p:spPr>
          <a:xfrm>
            <a:off x="548640" y="1600200"/>
            <a:ext cx="57451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PixelForge</a:t>
            </a:r>
            <a:endParaRPr lang="en-US" sz="6600" dirty="0"/>
          </a:p>
        </p:txBody>
      </p:sp>
      <p:sp>
        <p:nvSpPr>
          <p:cNvPr id="5" name="USP"/>
          <p:cNvSpPr txBox="1"/>
          <p:nvPr/>
        </p:nvSpPr>
        <p:spPr>
          <a:xfrm>
            <a:off x="548640" y="2834640"/>
            <a:ext cx="57451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game textures in.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HD out.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4572000"/>
            <a:ext cx="137160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572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4× upscale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057400" y="4572000"/>
            <a:ext cx="219456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57400" y="4572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Trained on game art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89120" y="4572000"/>
            <a:ext cx="182880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9120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Runs in browser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 screens expose every old texture.</a:t>
            </a:r>
            <a:endParaRPr lang="en-US" sz="3400" dirty="0"/>
          </a:p>
        </p:txBody>
      </p:sp>
      <p:sp>
        <p:nvSpPr>
          <p:cNvPr id="4" name="Problem 1"/>
          <p:cNvSpPr/>
          <p:nvPr/>
        </p:nvSpPr>
        <p:spPr>
          <a:xfrm>
            <a:off x="548640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Remasters need thousands of textures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Redrawing every wall, floor and prop by hand is the slowest, most expensive part of a remaster or HD mod.</a:t>
            </a:r>
            <a:endParaRPr lang="en-US" sz="1500" dirty="0"/>
          </a:p>
        </p:txBody>
      </p:sp>
      <p:sp>
        <p:nvSpPr>
          <p:cNvPr id="9" name="Problem 2"/>
          <p:cNvSpPr/>
          <p:nvPr/>
        </p:nvSpPr>
        <p:spPr>
          <a:xfrm>
            <a:off x="4352544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2584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258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resizing just blurs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Stretching a texture 4× with bicubic gives soft, muddy surfaces that look worse on a modern monitor.</a:t>
            </a:r>
            <a:endParaRPr lang="en-US" sz="1500" dirty="0"/>
          </a:p>
        </p:txBody>
      </p:sp>
      <p:sp>
        <p:nvSpPr>
          <p:cNvPr id="14" name="Problem 3"/>
          <p:cNvSpPr/>
          <p:nvPr/>
        </p:nvSpPr>
        <p:spPr>
          <a:xfrm>
            <a:off x="8156448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76488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764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76488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AI upscalers aren't tuned for games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76488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Tools trained on photos can smear tiling patterns or invent the wrong kind of detail.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PixelForge does the first pass for you: 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seconds per texture, in your browser.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in a texture. Drag the slider.</a:t>
            </a:r>
            <a:endParaRPr lang="en-US" sz="3400" dirty="0"/>
          </a:p>
        </p:txBody>
      </p:sp>
      <p:sp>
        <p:nvSpPr>
          <p:cNvPr id="4" name="Screenshot frame"/>
          <p:cNvSpPr/>
          <p:nvPr/>
        </p:nvSpPr>
        <p:spPr>
          <a:xfrm>
            <a:off x="548640" y="1783080"/>
            <a:ext cx="694944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Demo screenshot" descr="PixelForge web app with a before/after sli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9464" y="1920240"/>
            <a:ext cx="5087791" cy="4160520"/>
          </a:xfrm>
          <a:prstGeom prst="rect">
            <a:avLst/>
          </a:prstGeom>
        </p:spPr>
      </p:pic>
      <p:sp>
        <p:nvSpPr>
          <p:cNvPr id="6" name="Point 1"/>
          <p:cNvSpPr/>
          <p:nvPr/>
        </p:nvSpPr>
        <p:spPr>
          <a:xfrm>
            <a:off x="7818120" y="178308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2011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196596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Before/after slider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37744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Compare against bicubic, the original pixels, or the true HD texture.</a:t>
            </a:r>
            <a:endParaRPr lang="en-US" sz="1300" dirty="0"/>
          </a:p>
        </p:txBody>
      </p:sp>
      <p:sp>
        <p:nvSpPr>
          <p:cNvPr id="11" name="Point 2"/>
          <p:cNvSpPr/>
          <p:nvPr/>
        </p:nvSpPr>
        <p:spPr>
          <a:xfrm>
            <a:off x="7818120" y="333756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0" y="3566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4672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352044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your browser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393192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 upload, no server, no install. Your art never leaves your machine.</a:t>
            </a:r>
            <a:endParaRPr lang="en-US" sz="1300" dirty="0"/>
          </a:p>
        </p:txBody>
      </p:sp>
      <p:sp>
        <p:nvSpPr>
          <p:cNvPr id="16" name="Point 3"/>
          <p:cNvSpPr/>
          <p:nvPr/>
        </p:nvSpPr>
        <p:spPr>
          <a:xfrm>
            <a:off x="7818120" y="489204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0" y="5120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467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0" y="507492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the HD file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548640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Large images are processed in tiles; get a 4× PNG in seconds (2.3 s for a 512×512 result in a laptop browser).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like real HD. Small enough for a browser.</a:t>
            </a:r>
            <a:endParaRPr lang="en-US" sz="3400" dirty="0"/>
          </a:p>
        </p:txBody>
      </p:sp>
      <p:sp>
        <p:nvSpPr>
          <p:cNvPr id="4" name="Stat 1"/>
          <p:cNvSpPr/>
          <p:nvPr/>
        </p:nvSpPr>
        <p:spPr>
          <a:xfrm>
            <a:off x="548640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70632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closer to the real HD look than bicubic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LPIPS perceptual distance, 60 unseen game textures</a:t>
            </a:r>
            <a:endParaRPr lang="en-US" sz="1350" dirty="0"/>
          </a:p>
        </p:txBody>
      </p:sp>
      <p:sp>
        <p:nvSpPr>
          <p:cNvPr id="7" name="Stat 2"/>
          <p:cNvSpPr/>
          <p:nvPr/>
        </p:nvSpPr>
        <p:spPr>
          <a:xfrm>
            <a:off x="4352544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26864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15× smaller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626864" y="2770632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than Real-ESRGAN (1.1M vs 16.7M parameters)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LPIPS 0.414 vs 0.454 (lower is better)</a:t>
            </a:r>
            <a:endParaRPr lang="en-US" sz="1350" dirty="0"/>
          </a:p>
        </p:txBody>
      </p:sp>
      <p:sp>
        <p:nvSpPr>
          <p:cNvPr id="10" name="Stat 3"/>
          <p:cNvSpPr/>
          <p:nvPr/>
        </p:nvSpPr>
        <p:spPr>
          <a:xfrm>
            <a:off x="8156448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30768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s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430768" y="2770632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to upscale a texture 4× in a laptop browser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128×128 → 512×512, no GPU, no upload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091672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4" name="Zoom comparison" descr="Zoomed crops: input, bicubic, Real-ESRGAN, PixelForge, true H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15461"/>
            <a:ext cx="10908792" cy="218175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to undo old-texture damage.</a:t>
            </a:r>
            <a:endParaRPr lang="en-US" sz="3400" dirty="0"/>
          </a:p>
        </p:txBody>
      </p:sp>
      <p:sp>
        <p:nvSpPr>
          <p:cNvPr id="4" name="Step 1"/>
          <p:cNvSpPr/>
          <p:nvPr/>
        </p:nvSpPr>
        <p:spPr>
          <a:xfrm>
            <a:off x="548640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game textures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738 free (CC0) textures: bricks, wood, metal, ground, fabric, stone.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020312" y="3246120"/>
            <a:ext cx="283464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0" name="Step 2"/>
          <p:cNvSpPr/>
          <p:nvPr/>
        </p:nvSpPr>
        <p:spPr>
          <a:xfrm>
            <a:off x="4413504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7824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782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7824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them on purpose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7824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Blur, downscale, noise and JPEG compression, applied at random, the way old assets get degraded.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885176" y="3246120"/>
            <a:ext cx="283464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Step 3"/>
          <p:cNvSpPr/>
          <p:nvPr/>
        </p:nvSpPr>
        <p:spPr>
          <a:xfrm>
            <a:off x="8278368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52688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526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552688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 undo it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52688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compact generator learns to rebuild the missing detail at 4×, sharpened with a GAN stage.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 engineers: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compact ESRGAN-style RRDB generator (1.1M params) trained from scratch in PyTorch: L1 stage, then VGG-perceptual + U-Net-discriminator GAN stage with EMA (Real-ESRGAN recipe), exported to ONNX. Benchmarks are in the appendix.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RESULTS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results on textures it never saw.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Median-improvement textures, different materials, zoomed. PixelForge clears noise and JPEG blocks; detail the tiny input no longer has can't be fully recovered.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Gallery" descr="Zoomed comparisons for three tex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1676" y="2103120"/>
            <a:ext cx="6705600" cy="4023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WE'D WORK TOGETHER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test pack. Scale to the whole library.</a:t>
            </a:r>
            <a:endParaRPr lang="en-US" sz="3400" dirty="0"/>
          </a:p>
        </p:txBody>
      </p:sp>
      <p:sp>
        <p:nvSpPr>
          <p:cNvPr id="4" name="Work step 1"/>
          <p:cNvSpPr/>
          <p:nvPr/>
        </p:nvSpPr>
        <p:spPr>
          <a:xfrm>
            <a:off x="548640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10–20 textures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representative sample of your game's textures or asset pack.</a:t>
            </a:r>
            <a:endParaRPr lang="en-US" sz="1500" dirty="0"/>
          </a:p>
        </p:txBody>
      </p:sp>
      <p:sp>
        <p:nvSpPr>
          <p:cNvPr id="8" name="Work step 2"/>
          <p:cNvSpPr/>
          <p:nvPr/>
        </p:nvSpPr>
        <p:spPr>
          <a:xfrm>
            <a:off x="4352544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72584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pack back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 upscale them, optionally fine-tune on your art style, and send before/after comparisons.</a:t>
            </a:r>
            <a:endParaRPr lang="en-US" sz="1500" dirty="0"/>
          </a:p>
        </p:txBody>
      </p:sp>
      <p:sp>
        <p:nvSpPr>
          <p:cNvPr id="12" name="Work step 3"/>
          <p:cNvSpPr/>
          <p:nvPr/>
        </p:nvSpPr>
        <p:spPr>
          <a:xfrm>
            <a:off x="8156448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76488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the library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76488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Folder in, folder out, file names kept, ready to drop into your mod or engine.</a:t>
            </a:r>
            <a:endParaRPr lang="en-US" sz="1500" dirty="0"/>
          </a:p>
        </p:txBody>
      </p:sp>
      <p:sp>
        <p:nvSpPr>
          <p:cNvPr id="16" name="What you get"/>
          <p:cNvSpPr/>
          <p:nvPr/>
        </p:nvSpPr>
        <p:spPr>
          <a:xfrm>
            <a:off x="548640" y="4800600"/>
            <a:ext cx="1109167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9377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get: 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HD texture set · a batch tool you can rerun on new assets · optional model fine-tuned on your art style · before/after 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me 10 of your textures.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send them back in HD.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32461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QR code" descr="QR code to the live de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0" y="3246120"/>
            <a:ext cx="7863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Try the live demo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priyanshu-singh-git.github.io/pixelforge/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Code and full benchmark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github.com/Priyanshu-Singh-git/pixelforge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Priyanshu Singh · Freelance AI / ML Engineer · Trained on Poly Haven CC0 textures. Commercial use of the code needs a licence; see the repo.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FOR ENGINEERS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behind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Held-out test set: 60 game textures, realistic degradation, ×4. PSNR/SSIM higher is better; LPIPS lower is better.</a:t>
            </a:r>
            <a:endParaRPr lang="en-US" sz="1300" dirty="0"/>
          </a:p>
        </p:txBody>
      </p:sp>
      <p:graphicFrame>
        <p:nvGraphicFramePr>
          <p:cNvPr id="10" name="Benchmar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873752"/>
                <a:gridCol w="1188720"/>
                <a:gridCol w="1188720"/>
                <a:gridCol w="1188720"/>
                <a:gridCol w="146304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 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LPIPS 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Bicubic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Lanczos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Real-ESRGAN x4plus (pretrained)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16.70M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Real-ESRGAN general-v3 (pretrained)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PixelForge SRVGG-S, L1 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PixelForge RRDB-S, L1 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PixelForge RRDB-S, GAN 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61772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Architecture: the 7× smaller SRVGG-S (0.16M) gets within 0.07 dB PSNR of RRDB-S (1.12M) and slightly better LPIPS (0.636 vs 0.659), at 15 vs 39 ms: a strong candidate for real-time use.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L1 vs GAN: the GAN stage cuts LPIPS from 0.659 to 0.414 (looks far more real) at a cost of 0.97 dB PSNR, the classic fidelity vs realism trade-off.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Versus Real-ESRGAN x4plus (trained on photos): LPIPS 0.414 vs 0.454, PSNR 28.76 vs 27.76 dB, with 15× fewer parameters.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Single training run per model; synthetic degradations; pixel art and alpha channels not yet evaluated.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ixelForge">
      <a:dk1>
        <a:srgbClr val="1F2937"/>
      </a:dk1>
      <a:lt1>
        <a:srgbClr val="FFFFFF"/>
      </a:lt1>
      <a:dk2>
        <a:srgbClr val="4B5563"/>
      </a:dk2>
      <a:lt2>
        <a:srgbClr val="F6F5F4"/>
      </a:lt2>
      <a:accent1>
        <a:srgbClr val="EA580C"/>
      </a:accent1>
      <a:accent2>
        <a:srgbClr val="DC2626"/>
      </a:accent2>
      <a:accent3>
        <a:srgbClr val="F59E0B"/>
      </a:accent3>
      <a:accent4>
        <a:srgbClr val="B91C1C"/>
      </a:accent4>
      <a:accent5>
        <a:srgbClr val="6B7280"/>
      </a:accent5>
      <a:accent6>
        <a:srgbClr val="E5E7EB"/>
      </a:accent6>
      <a:hlink>
        <a:srgbClr val="EA580C"/>
      </a:hlink>
      <a:folHlink>
        <a:srgbClr val="B91C1C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PixelForge: 4x game texture upscaler</dc:title>
  <dc:subject>PptxGenJS Presentation</dc:subject>
  <dc:creator>Priyanshu Singh</dc:creator>
  <cp:lastModifiedBy>Priyanshu Singh</cp:lastModifiedBy>
  <cp:revision>1</cp:revision>
  <dcterms:created xsi:type="dcterms:W3CDTF">2026-10-02T16:57:06Z</dcterms:created>
  <dcterms:modified xsi:type="dcterms:W3CDTF">2026-10-02T16:57:06Z</dcterms:modified>
</cp:coreProperties>
</file>